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73152" cy="6638544"/>
          </a:xfrm>
          <a:prstGeom prst="rect">
            <a:avLst/>
          </a:prstGeom>
          <a:solidFill>
            <a:srgbClr val="B8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804672"/>
            <a:ext cx="7132320" cy="1417320"/>
          </a:xfrm>
          <a:prstGeom prst="rect">
            <a:avLst/>
          </a:prstGeom>
          <a:solidFill>
            <a:srgbClr val="0510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777240"/>
            <a:ext cx="71323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</a:rPr>
              <a:t>Château Gonflable</a:t>
            </a:r>
          </a:p>
          <a:p>
            <a:pPr algn="l"/>
            <a:r>
              <a:rPr sz="6200" b="1">
                <a:solidFill>
                  <a:srgbClr val="F5C518"/>
                </a:solidFill>
              </a:rPr>
              <a:t>Pirate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74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☠  Occasion — Stock limité  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423160"/>
            <a:ext cx="3108960" cy="1005840"/>
          </a:xfrm>
          <a:prstGeom prst="roundRect">
            <a:avLst>
              <a:gd name="adj" fmla="val 5000"/>
            </a:avLst>
          </a:prstGeom>
          <a:solidFill>
            <a:srgbClr val="CC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45059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Prix 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761488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1 700,00 €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6118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D6EAF8"/>
                </a:solidFill>
              </a:rPr>
              <a:t>Multiactivités · Toboggan · Escalade · Parcours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4206240"/>
            <a:ext cx="5120640" cy="2331720"/>
          </a:xfrm>
          <a:prstGeom prst="roundRect">
            <a:avLst>
              <a:gd name="adj" fmla="val 5000"/>
            </a:avLst>
          </a:prstGeom>
          <a:solidFill>
            <a:srgbClr val="10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297680"/>
            <a:ext cx="411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5C518"/>
                </a:solidFill>
              </a:rPr>
              <a:t>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297680"/>
            <a:ext cx="1463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Dimensions 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4297680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 8 m × P 5,1 m × H 4,3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828032"/>
            <a:ext cx="411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5C518"/>
                </a:solidFill>
              </a:rPr>
              <a:t>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828032"/>
            <a:ext cx="1463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Alimentation 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828032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220 V / 16 A (prise standard)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358384"/>
            <a:ext cx="411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5C518"/>
                </a:solidFill>
              </a:rPr>
              <a:t>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58384"/>
            <a:ext cx="1463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Capacité max 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5358384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12 enfants  ou  6 adultes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88736"/>
            <a:ext cx="411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5C518"/>
                </a:solidFill>
              </a:rPr>
              <a:t>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888736"/>
            <a:ext cx="1463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Norme 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5888736"/>
            <a:ext cx="3017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Conforme EN 14960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57200"/>
            <a:ext cx="5943600" cy="6035040"/>
          </a:xfrm>
          <a:prstGeom prst="roundRect">
            <a:avLst>
              <a:gd name="adj" fmla="val 5000"/>
            </a:avLst>
          </a:prstGeom>
          <a:solidFill>
            <a:srgbClr val="12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0" y="457200"/>
            <a:ext cx="5943600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43600" y="6446520"/>
            <a:ext cx="5943600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0" y="457200"/>
            <a:ext cx="45720" cy="60350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41480" y="457200"/>
            <a:ext cx="45720" cy="60350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89320" y="301752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5A7AAA"/>
                </a:solidFill>
              </a:rPr>
              <a:t>[ Image produit 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AACC"/>
                </a:solidFill>
              </a:rPr>
              <a:t>Source : https://jeux-gonflables.net — Parcours gonflable occasion #1359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73152" cy="6638544"/>
          </a:xfrm>
          <a:prstGeom prst="rect">
            <a:avLst/>
          </a:prstGeom>
          <a:solidFill>
            <a:srgbClr val="B8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" y="109728"/>
            <a:ext cx="12115800" cy="960120"/>
          </a:xfrm>
          <a:prstGeom prst="rect">
            <a:avLst/>
          </a:prstGeom>
          <a:solidFill>
            <a:srgbClr val="0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4592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5C518"/>
                </a:solidFill>
              </a:rPr>
              <a:t>Fiche Technique — Château Gonflable Pirate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292608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 i="0">
                <a:solidFill>
                  <a:srgbClr val="CC1F1F"/>
                </a:solidFill>
              </a:rPr>
              <a:t>1 700,00 € 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234440"/>
            <a:ext cx="5486400" cy="5257800"/>
          </a:xfrm>
          <a:prstGeom prst="roundRect">
            <a:avLst>
              <a:gd name="adj" fmla="val 5000"/>
            </a:avLst>
          </a:prstGeom>
          <a:solidFill>
            <a:srgbClr val="0D2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29844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Caractéristiques techniques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" y="1783080"/>
            <a:ext cx="5449824" cy="749808"/>
          </a:xfrm>
          <a:prstGeom prst="rect">
            <a:avLst/>
          </a:prstGeom>
          <a:solidFill>
            <a:srgbClr val="12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82880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518"/>
                </a:solidFill>
              </a:rPr>
              <a:t>Dimensions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13055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L 8 m × Profondeur 5,1 m × Hauteur 4,3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2608" y="2587752"/>
            <a:ext cx="5449824" cy="749808"/>
          </a:xfrm>
          <a:prstGeom prst="rect">
            <a:avLst/>
          </a:prstGeom>
          <a:solidFill>
            <a:srgbClr val="0D2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63347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518"/>
                </a:solidFill>
              </a:rPr>
              <a:t>Alimentation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93522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 prise 220 V / 16 A (standard)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" y="3392424"/>
            <a:ext cx="5449824" cy="749808"/>
          </a:xfrm>
          <a:prstGeom prst="rect">
            <a:avLst/>
          </a:prstGeom>
          <a:solidFill>
            <a:srgbClr val="12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4381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518"/>
                </a:solidFill>
              </a:rPr>
              <a:t>Capacité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73989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12 enfants  OU  6 adultes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" y="4197096"/>
            <a:ext cx="5449824" cy="749808"/>
          </a:xfrm>
          <a:prstGeom prst="rect">
            <a:avLst/>
          </a:prstGeom>
          <a:solidFill>
            <a:srgbClr val="0D2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424281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518"/>
                </a:solidFill>
              </a:rPr>
              <a:t>Certification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54456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Conforme EN 14960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" y="5001768"/>
            <a:ext cx="5449824" cy="749808"/>
          </a:xfrm>
          <a:prstGeom prst="rect">
            <a:avLst/>
          </a:prstGeom>
          <a:solidFill>
            <a:srgbClr val="122C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504748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518"/>
                </a:solidFill>
              </a:rPr>
              <a:t>État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53492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Occasion — bon état général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" y="5806440"/>
            <a:ext cx="5449824" cy="749808"/>
          </a:xfrm>
          <a:prstGeom prst="rect">
            <a:avLst/>
          </a:prstGeom>
          <a:solidFill>
            <a:srgbClr val="0D22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585216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518"/>
                </a:solidFill>
              </a:rPr>
              <a:t>Livraison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1539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À définir selon localisation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35040" y="1234440"/>
            <a:ext cx="5897880" cy="5257800"/>
          </a:xfrm>
          <a:prstGeom prst="roundRect">
            <a:avLst>
              <a:gd name="adj" fmla="val 5000"/>
            </a:avLst>
          </a:prstGeom>
          <a:solidFill>
            <a:srgbClr val="0D2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1298448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518"/>
                </a:solidFill>
              </a:rPr>
              <a:t>Points forts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182880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B8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72200" y="184708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🏴‍☠️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18288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Thème Pirate immersif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2212848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AF8"/>
                </a:solidFill>
              </a:rPr>
              <a:t>Décoration pirates ultra-réaliste, idéale pour les anniversaires et événements.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301752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B8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72200" y="303580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0175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Multi-activités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3401568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AF8"/>
                </a:solidFill>
              </a:rPr>
              <a:t>Toboggan, parcours d'obstacles, escalade — plusieurs attractions en un seul module.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420624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B8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72200" y="4224527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4206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Sécurité certifiée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4590288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AF8"/>
                </a:solidFill>
              </a:rPr>
              <a:t>Conforme à la norme européenne EN 14960 pour les structures gonflables.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72200" y="5394960"/>
            <a:ext cx="502920" cy="502920"/>
          </a:xfrm>
          <a:prstGeom prst="roundRect">
            <a:avLst>
              <a:gd name="adj" fmla="val 5000"/>
            </a:avLst>
          </a:prstGeom>
          <a:solidFill>
            <a:srgbClr val="B8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541324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0" y="5394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518"/>
                </a:solidFill>
              </a:rPr>
              <a:t>Installation facile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5779008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AF8"/>
                </a:solidFill>
              </a:rPr>
              <a:t>Branchement sur prise 220V standard, gonflage rapide inclus.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AACC"/>
                </a:solidFill>
              </a:rPr>
              <a:t>Source : https://jeux-gonflables.net — Parcours gonflable occasion #1359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9728"/>
            <a:ext cx="73152" cy="6638544"/>
          </a:xfrm>
          <a:prstGeom prst="rect">
            <a:avLst/>
          </a:prstGeom>
          <a:solidFill>
            <a:srgbClr val="B8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" y="109728"/>
            <a:ext cx="12115800" cy="960120"/>
          </a:xfrm>
          <a:prstGeom prst="rect">
            <a:avLst/>
          </a:prstGeom>
          <a:solidFill>
            <a:srgbClr val="0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4592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5C518"/>
                </a:solidFill>
              </a:rPr>
              <a:t>Pourquoi choisir ce château gonflable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5577840" cy="2377440"/>
          </a:xfrm>
          <a:prstGeom prst="roundRect">
            <a:avLst>
              <a:gd name="adj" fmla="val 5000"/>
            </a:avLst>
          </a:prstGeom>
          <a:solidFill>
            <a:srgbClr val="0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5577840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63039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</a:rPr>
              <a:t>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490472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Prix compétitif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0312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AF8"/>
                </a:solidFill>
              </a:rPr>
              <a:t>1 700 € HT seulement pour
une structure multiactivités
de grande dimension.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325880"/>
            <a:ext cx="5577840" cy="2377440"/>
          </a:xfrm>
          <a:prstGeom prst="roundRect">
            <a:avLst>
              <a:gd name="adj" fmla="val 5000"/>
            </a:avLst>
          </a:prstGeom>
          <a:solidFill>
            <a:srgbClr val="0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325880"/>
            <a:ext cx="5577840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1463039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</a:rPr>
              <a:t>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1490472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Grande superficie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10312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AF8"/>
                </a:solidFill>
              </a:rPr>
              <a:t>8 × 5,1 × 4,3 m offrent
un espace de jeu généreux
pour les enfants.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31920"/>
            <a:ext cx="5577840" cy="2377440"/>
          </a:xfrm>
          <a:prstGeom prst="roundRect">
            <a:avLst>
              <a:gd name="adj" fmla="val 5000"/>
            </a:avLst>
          </a:prstGeom>
          <a:solidFill>
            <a:srgbClr val="0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931920"/>
            <a:ext cx="5577840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0690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</a:rPr>
              <a:t>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096511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Polyvalent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709159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AF8"/>
                </a:solidFill>
              </a:rPr>
              <a:t>Parfait pour locations,
animations événementielles,
centres de loisirs.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931920"/>
            <a:ext cx="5577840" cy="2377440"/>
          </a:xfrm>
          <a:prstGeom prst="roundRect">
            <a:avLst>
              <a:gd name="adj" fmla="val 5000"/>
            </a:avLst>
          </a:prstGeom>
          <a:solidFill>
            <a:srgbClr val="0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3931920"/>
            <a:ext cx="5577840" cy="54864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40690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</a:rPr>
              <a:t>🛡️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096511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5C518"/>
                </a:solidFill>
              </a:rPr>
              <a:t>Normes européennes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709159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6EAF8"/>
                </a:solidFill>
              </a:rPr>
              <a:t>Certification EN 14960
garantit la sécurité
de tous les utilisateurs.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86000" y="6400800"/>
            <a:ext cx="7616952" cy="320040"/>
          </a:xfrm>
          <a:prstGeom prst="roundRect">
            <a:avLst>
              <a:gd name="adj" fmla="val 5000"/>
            </a:avLst>
          </a:prstGeom>
          <a:solidFill>
            <a:srgbClr val="CC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6473952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Contactez-nous pour plus d'informations · jeux-gonflables.net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
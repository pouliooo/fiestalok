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E9E"/>
                </a:solidFill>
              </a:rPr>
              <a:t>À VENDRE — OCCASION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2D2D2D"/>
                </a:solidFill>
              </a:rPr>
              <a:t>Château
Gonflable</a:t>
            </a:r>
          </a:p>
          <a:p>
            <a:pPr algn="l"/>
            <a:r>
              <a:rPr sz="4600" b="1">
                <a:solidFill>
                  <a:srgbClr val="4A9E9E"/>
                </a:solidFill>
              </a:rPr>
              <a:t>Pirate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429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7A7A"/>
                </a:solidFill>
              </a:rPr>
              <a:t>Multiactivités · Toboggan · Escalade · Parcours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931920"/>
            <a:ext cx="1828800" cy="27432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</a:rPr>
              <a:t>Prix de vente 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348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7B6A"/>
                </a:solidFill>
              </a:rPr>
              <a:t>1 700,00 €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257800"/>
            <a:ext cx="1828800" cy="384048"/>
          </a:xfrm>
          <a:prstGeom prst="roundRect">
            <a:avLst>
              <a:gd name="adj" fmla="val 8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3218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9E9E"/>
                </a:solidFill>
              </a:rPr>
              <a:t>Conforme EN 14960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2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548640"/>
            <a:ext cx="6309360" cy="5760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2918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EECE9"/>
                </a:solidFill>
              </a:rPr>
              <a:t>[ Image produit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</a:rPr>
              <a:t>jeux-gonflables.net — Parcours gonflable occasion #1359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9E"/>
                </a:solidFill>
              </a:rPr>
              <a:t>FICHE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2D2D"/>
                </a:solidFill>
              </a:rPr>
              <a:t>Château Gonflable Pirate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EE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53949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Caractéristiques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2"/>
            <a:ext cx="4846320" cy="22860"/>
          </a:xfrm>
          <a:prstGeom prst="rect">
            <a:avLst/>
          </a:prstGeom>
          <a:solidFill>
            <a:srgbClr val="EE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" y="2084831"/>
            <a:ext cx="5358384" cy="658368"/>
          </a:xfrm>
          <a:prstGeom prst="roundRect">
            <a:avLst>
              <a:gd name="adj" fmla="val 2000"/>
            </a:avLst>
          </a:prstGeom>
          <a:solidFill>
            <a:srgbClr val="F2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L 8 m × P 5,1 m × H 4,3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712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Alimentation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181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220 V / 16 A — prise standard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" y="3511296"/>
            <a:ext cx="5358384" cy="658368"/>
          </a:xfrm>
          <a:prstGeom prst="roundRect">
            <a:avLst>
              <a:gd name="adj" fmla="val 2000"/>
            </a:avLst>
          </a:prstGeom>
          <a:solidFill>
            <a:srgbClr val="F2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84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Capacité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3133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12 enfants  ou  6 adultes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4456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Conforme EN 14960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" y="4937760"/>
            <a:ext cx="5358384" cy="658368"/>
          </a:xfrm>
          <a:prstGeom prst="roundRect">
            <a:avLst>
              <a:gd name="adj" fmla="val 2000"/>
            </a:avLst>
          </a:prstGeom>
          <a:solidFill>
            <a:srgbClr val="F2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10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État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Occasion — bon état général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A7A"/>
                </a:solidFill>
              </a:rPr>
              <a:t>Livraison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710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À définir selon localisation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417320"/>
            <a:ext cx="5788152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Points forts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993392"/>
            <a:ext cx="5212080" cy="22860"/>
          </a:xfrm>
          <a:prstGeom prst="rect">
            <a:avLst/>
          </a:prstGeom>
          <a:solidFill>
            <a:srgbClr val="EE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99048" y="2084831"/>
            <a:ext cx="5751576" cy="1078992"/>
          </a:xfrm>
          <a:prstGeom prst="roundRect">
            <a:avLst>
              <a:gd name="adj" fmla="val 4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2377439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176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Thème immersif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</a:rPr>
              <a:t>Décoration pirate ultra-réaliste, idéale
pour anniversaires et événements.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9048" y="3273552"/>
            <a:ext cx="5751576" cy="1078992"/>
          </a:xfrm>
          <a:prstGeom prst="roundRect">
            <a:avLst>
              <a:gd name="adj" fmla="val 4000"/>
            </a:avLst>
          </a:prstGeom>
          <a:solidFill>
            <a:srgbClr val="F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35661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87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364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Multi-activités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</a:rPr>
              <a:t>Toboggan, escalade, parcours d'obstacles —
plusieurs jeux en un seul module.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9048" y="4462272"/>
            <a:ext cx="5751576" cy="1078992"/>
          </a:xfrm>
          <a:prstGeom prst="roundRect">
            <a:avLst>
              <a:gd name="adj" fmla="val 4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7548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553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Sécurité certifiée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88289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</a:rPr>
              <a:t>Norme EN 14960 — garantit la sécurité
des utilisateurs enfants et adultes.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9048" y="5650992"/>
            <a:ext cx="5751576" cy="1078992"/>
          </a:xfrm>
          <a:prstGeom prst="roundRect">
            <a:avLst>
              <a:gd name="adj" fmla="val 4000"/>
            </a:avLst>
          </a:prstGeom>
          <a:solidFill>
            <a:srgbClr val="F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3640" y="59436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87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7424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Installation simple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607161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7A"/>
                </a:solidFill>
              </a:rPr>
              <a:t>Prise 220 V standard, gonflage rapide,
prêt à l'emploi en quelques minutes.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</a:rPr>
              <a:t>jeux-gonflables.net — Parcours gonflable occasion #1359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9E"/>
                </a:solidFill>
              </a:rPr>
              <a:t>POURQUOI CHOISIR CE PRODUIT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2D2D"/>
                </a:solidFill>
              </a:rPr>
              <a:t>4 bonnes raisons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EE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56235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23560" cy="45720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184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9E9E"/>
                </a:solidFill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002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Prix compétitif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A7A"/>
                </a:solidFill>
              </a:rPr>
              <a:t>1 700 € HT pour une structure
de grande dimension avec
plusieurs activités intégrées.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7" y="1417320"/>
            <a:ext cx="56235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7" y="1417320"/>
            <a:ext cx="5623560" cy="45720"/>
          </a:xfrm>
          <a:prstGeom prst="rect">
            <a:avLst/>
          </a:prstGeom>
          <a:solidFill>
            <a:srgbClr val="E87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0527" y="16184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3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7B6A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7" y="16002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Grande superficie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1671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A7A"/>
                </a:solidFill>
              </a:rPr>
              <a:t>8 × 5,1 × 4,3 m — un espace
de jeu généreux adapté
aux enfants comme aux adultes.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959352"/>
            <a:ext cx="56235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959352"/>
            <a:ext cx="5623560" cy="45720"/>
          </a:xfrm>
          <a:prstGeom prst="rect">
            <a:avLst/>
          </a:prstGeom>
          <a:solidFill>
            <a:srgbClr val="4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2245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9E9E"/>
                </a:solidFill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422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Très polyvalent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A7A"/>
                </a:solidFill>
              </a:rPr>
              <a:t>Idéal pour la location,
les animations événementielles
et les centres de loisirs.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7" y="3959352"/>
            <a:ext cx="56235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7" y="3959352"/>
            <a:ext cx="5623560" cy="45720"/>
          </a:xfrm>
          <a:prstGeom prst="rect">
            <a:avLst/>
          </a:prstGeom>
          <a:solidFill>
            <a:srgbClr val="E87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10527" y="4160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3" y="42245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7B6A"/>
                </a:solidFill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7" y="41422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Normes européennes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47091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A7A"/>
                </a:solidFill>
              </a:rPr>
              <a:t>Certification EN 14960
pour une utilisation
en toute sérénité.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6400800"/>
            <a:ext cx="11521440" cy="347472"/>
          </a:xfrm>
          <a:prstGeom prst="roundRect">
            <a:avLst>
              <a:gd name="adj" fmla="val 8000"/>
            </a:avLst>
          </a:prstGeom>
          <a:solidFill>
            <a:srgbClr val="D6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45566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9E"/>
                </a:solidFill>
              </a:rPr>
              <a:t>Pour plus d'informations : jeux-gonflables.net — Parcours gonflable occasion #1359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